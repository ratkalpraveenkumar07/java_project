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412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class, state project title and course. Fill in your name, registration number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real-life problem: manual billing is slow and error-prone. Our Java console program automates ordering and billing. Walk through Input -&gt; Process -&gt;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goals. Each one connects to a course outcome covered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speed, accuracy, and that the design is modular so it can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system design. Walk left to right through the five modules, then mention the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realistic upgrades; the modular design means each can be added without rewriting the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come from the course handout: JDK 21, IDE, Git/GitHub, JUnit.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7 problem-solving steps from Module 1. Explain what you did at each step for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algorithm on the left, then trace the flowchart on the right. The loop continues until the user chooses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row: say what each CO is and point to where it appears in the code. CO1-CO3 are Modules 1-3; CO4-CO6 are Modules 4-6.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read down each module. These are the exact topics used in the code you will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code pieces: the MenuItem class with exception (CO4) and the billing calculation using stream, ternary and recursion (CO1, CO3, CO6).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Run: javac RestaurantBilling.java then java RestaurantBilling. Enter 1 for menu, 2 to add items (1 2, 3 3), 3 for bill, 4 to exit. Also try item id 9 to show the exception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Order &amp; Billing System  |  PSPJ (Java)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1B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E8590C">
              <a:alpha val="25000"/>
            </a:srgbClr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377440"/>
            <a:ext cx="2743200" cy="27432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Restaurant Order</a:t>
            </a:r>
            <a:endParaRPr lang="en-US" sz="4400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lgerian" panose="04020705040A02060702" pitchFamily="82" charset="0"/>
                <a:ea typeface="Cambria" pitchFamily="34" charset="-122"/>
                <a:cs typeface="Cambria" pitchFamily="34" charset="-120"/>
              </a:rPr>
              <a:t>&amp; Billing System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A261"/>
                </a:solidFill>
              </a:rPr>
              <a:t>Problem Solving Using Programming (Java)  |  26SC1101E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24589" y="4114800"/>
            <a:ext cx="81878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D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R.PRAVEEN KUMAR  [ roll no-2620030272] </a:t>
            </a:r>
            <a:br>
              <a:rPr lang="en-US" sz="1400" dirty="0">
                <a:solidFill>
                  <a:srgbClr val="E6D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E6D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P.ANIRUDH  VARMA [ roll no-2620030342 ]</a:t>
            </a:r>
          </a:p>
          <a:p>
            <a:pPr marL="0" indent="0">
              <a:buNone/>
            </a:pPr>
            <a:endParaRPr lang="en-US" sz="1400" dirty="0">
              <a:solidFill>
                <a:srgbClr val="E6D5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E6D5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E6D5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6D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-4 / </a:t>
            </a:r>
            <a:r>
              <a:rPr lang="en-US" sz="1400" dirty="0" err="1">
                <a:solidFill>
                  <a:srgbClr val="E6D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Dr.Jayaram</a:t>
            </a:r>
            <a:r>
              <a:rPr lang="en-US" sz="1400" dirty="0">
                <a:solidFill>
                  <a:srgbClr val="E6D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Boga / PSPJ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82407-1EF4-7735-35BA-1F5ECA03D12F}"/>
              </a:ext>
            </a:extLst>
          </p:cNvPr>
          <p:cNvSpPr txBox="1"/>
          <p:nvPr/>
        </p:nvSpPr>
        <p:spPr>
          <a:xfrm>
            <a:off x="6583680" y="821174"/>
            <a:ext cx="286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lgerian" panose="04020705040A02060702" pitchFamily="82" charset="0"/>
              </a:rPr>
              <a:t>CAPSTONE 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 take many orders and must calculate bills quickly. Manual billing is slow and error-prone.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console-based Java application that lets a user view the menu, place an order, and generate a bill with discount and GST.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applies Java fundamentals, control flow, methods, arrays, OOP, collections and file I/O.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029200" y="1097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12080" y="1298448"/>
            <a:ext cx="512064" cy="512064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4264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11887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choice, item id, quantity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029200" y="219456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212080" y="2395728"/>
            <a:ext cx="512064" cy="51206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52374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5216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Validate, total, discount, GST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029200" y="329184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212080" y="3493008"/>
            <a:ext cx="512064" cy="512064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362102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852160" y="3383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Itemised bill + saved bill.txt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971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2. Project Objectives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00150" y="1325880"/>
            <a:ext cx="3097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 billing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40080" y="19431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manual calculation with a program that totals the order, discount and GST.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66344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45161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control flow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484632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switch, if-else and loops to build a menu-driven, repeatable system.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1889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00150" y="3063240"/>
            <a:ext cx="30975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modular code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681111" y="369189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logic into methods and classes so the program is reusable and easy to debug.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18897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 data safely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4846320" y="3657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input with exceptions and store the final bill in a file.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Advantages of the Proposed System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7877" y="1920240"/>
            <a:ext cx="23282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billing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64008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 is generated instantly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730" y="145161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290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342900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manual calculation mistakes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650" y="145161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179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621792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Exceptions handle wrong input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" y="323469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17220" y="37719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Modular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Methods and classes are reusable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4730" y="323469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290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Record keeping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342900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Bill saved to a text file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3234690"/>
            <a:ext cx="251460" cy="2514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179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Easy to learn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621792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Simple console interface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System Modules &amp; Features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  Menu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03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17"/>
                </a:solidFill>
              </a:rPr>
              <a:t>Show items sorted by price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901952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590C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21408" y="11887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21408" y="1188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  Order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121408" y="2103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17"/>
                </a:solidFill>
              </a:rPr>
              <a:t>Add item id + quantity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590C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85616" y="11887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85616" y="1188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  Validate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785616" y="2103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17"/>
                </a:solidFill>
              </a:rPr>
              <a:t>Reject unknown items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230368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590C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49824" y="11887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E8590C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49824" y="1188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  Bill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49824" y="2103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17"/>
                </a:solidFill>
              </a:rPr>
              <a:t>Subtotal, discount, GST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94576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590C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14032" y="11887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14032" y="11887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  Save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114032" y="2103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17"/>
                </a:solidFill>
              </a:rPr>
              <a:t>Write bill.txt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017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</a:rPr>
              <a:t>Classes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MenuItem (id, name, price)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InvalidItemException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RestaurantBilling (main logic)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30175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</a:rPr>
              <a:t>Billing rules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Discount 10% if subtotal &gt; 500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GST 5% on discounted amount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Total = subtotal - discount + GST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Future Scope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17043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GUI version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JavaFX or Swing screens instead of console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49733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32120" y="117043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Database storage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Menu, orders and bills in MySQL via JDBC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268605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23591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Online payment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UPI / card payment integration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846320" y="25603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268605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532120" y="23591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Mobile / web app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Customers order from their phones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3874770"/>
            <a:ext cx="251460" cy="2514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25880" y="3547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Sales analytics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Daily sales report using 2D arrays and Streams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3874770"/>
            <a:ext cx="251460" cy="2514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532120" y="3547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7"/>
                </a:solidFill>
              </a:rPr>
              <a:t>Multi-user roles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5B53"/>
                </a:solidFill>
              </a:rPr>
              <a:t>Waiter, chef and manager logins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Project Development: Tools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17043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</a:rPr>
              <a:t>Language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</a:rPr>
              <a:t>Java (JDK 21, LTS)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49733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32120" y="117043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</a:rPr>
              <a:t>IDE / Editor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</a:rPr>
              <a:t>IntelliJ IDEA / Eclipse / VS Code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0080" y="25603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268605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23591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</a:rPr>
              <a:t>Build &amp; Run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</a:rPr>
              <a:t>javac and java (Command Prompt)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846320" y="25603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268605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532120" y="235915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</a:rPr>
              <a:t>Version control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</a:rPr>
              <a:t>Git and GitHub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" y="3874770"/>
            <a:ext cx="251460" cy="2514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25880" y="3547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</a:rPr>
              <a:t>Testing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</a:rPr>
              <a:t>Manual test cases, JUnit 5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846320" y="374904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3874770"/>
            <a:ext cx="251460" cy="2514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532120" y="354787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</a:rPr>
              <a:t>Java APIs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rgbClr val="2B1B17"/>
                </a:solidFill>
              </a:rPr>
              <a:t>Scanner, Collections, Stream, java.nio.file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Project Development: Methodology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31520" y="12344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17"/>
                </a:solidFill>
              </a:rPr>
              <a:t>Define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B53"/>
                </a:solidFill>
              </a:rPr>
              <a:t>Automate order + bill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11096" y="1234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11096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36776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17"/>
                </a:solidFill>
              </a:rPr>
              <a:t>Inputs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636776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B53"/>
                </a:solidFill>
              </a:rPr>
              <a:t>Choice, item id, qty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090672" y="12344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90672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816352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17"/>
                </a:solidFill>
              </a:rPr>
              <a:t>Outputs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816352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B53"/>
                </a:solidFill>
              </a:rPr>
              <a:t>Itemised bill, total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70248" y="1234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70248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995928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17"/>
                </a:solidFill>
              </a:rPr>
              <a:t>Algorithm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95928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B53"/>
                </a:solidFill>
              </a:rPr>
              <a:t>Step-by-step logic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49824" y="12344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49824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175504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17"/>
                </a:solidFill>
              </a:rPr>
              <a:t>Flowchart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175504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B53"/>
                </a:solidFill>
              </a:rPr>
              <a:t>Draw the flow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629400" y="123444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294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55080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17"/>
                </a:solidFill>
              </a:rPr>
              <a:t>Implement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B53"/>
                </a:solidFill>
              </a:rPr>
              <a:t>Code in Java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08976" y="12344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08976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534656" y="1920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1B17"/>
                </a:solidFill>
              </a:rPr>
              <a:t>Test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7534656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5B53"/>
                </a:solidFill>
              </a:rPr>
              <a:t>Valid + invalid inputs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310896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32004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used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Top-down, modular development: first the menu loop, then ordering, then billing, then file saving.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feature was written as a separate method and tested before combining.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Project Development: Algorithm &amp; Flowchart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206240" cy="3520440"/>
          </a:xfrm>
          <a:prstGeom prst="roundRect">
            <a:avLst>
              <a:gd name="adj" fmla="val 2078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 Start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 Load menu items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 Show options 1-4, read choice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 switch(choice):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1 -&gt; show menu by price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2 -&gt; read id, qty; validate; add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3 -&gt; subtotal, discount, GST, print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4 -&gt; exit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  Repeat Step 3 until choice = 4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  Stop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806440" y="1097280"/>
            <a:ext cx="1737360" cy="365760"/>
          </a:xfrm>
          <a:prstGeom prst="roundRect">
            <a:avLst/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75120" y="1463040"/>
            <a:ext cx="0" cy="182880"/>
          </a:xfrm>
          <a:prstGeom prst="line">
            <a:avLst/>
          </a:prstGeom>
          <a:noFill/>
          <a:ln w="19050">
            <a:solidFill>
              <a:srgbClr val="2B1B1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806440" y="1645920"/>
            <a:ext cx="1737360" cy="457200"/>
          </a:xfrm>
          <a:prstGeom prst="parallelogram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Show menu, read choice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2103120"/>
            <a:ext cx="0" cy="182880"/>
          </a:xfrm>
          <a:prstGeom prst="line">
            <a:avLst/>
          </a:prstGeom>
          <a:noFill/>
          <a:ln w="19050">
            <a:solidFill>
              <a:srgbClr val="2B1B1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806440" y="2286000"/>
            <a:ext cx="1737360" cy="5029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switch: add / bill / list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75120" y="2788920"/>
            <a:ext cx="0" cy="182880"/>
          </a:xfrm>
          <a:prstGeom prst="line">
            <a:avLst/>
          </a:prstGeom>
          <a:noFill/>
          <a:ln w="19050">
            <a:solidFill>
              <a:srgbClr val="2B1B1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806440" y="2971800"/>
            <a:ext cx="1737360" cy="822960"/>
          </a:xfrm>
          <a:prstGeom prst="diamond">
            <a:avLst/>
          </a:prstGeom>
          <a:solidFill>
            <a:srgbClr val="8C2F1B"/>
          </a:solidFill>
          <a:ln w="12700">
            <a:solidFill>
              <a:srgbClr val="8C2F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0644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choice = 4?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75120" y="3794760"/>
            <a:ext cx="0" cy="228600"/>
          </a:xfrm>
          <a:prstGeom prst="line">
            <a:avLst/>
          </a:prstGeom>
          <a:noFill/>
          <a:ln w="19050">
            <a:solidFill>
              <a:srgbClr val="2B1B17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766560" y="3767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3"/>
                </a:solidFill>
              </a:rPr>
              <a:t>Yes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806440" y="4023360"/>
            <a:ext cx="1737360" cy="365760"/>
          </a:xfrm>
          <a:prstGeom prst="roundRect">
            <a:avLst/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064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543800" y="3383280"/>
            <a:ext cx="320040" cy="0"/>
          </a:xfrm>
          <a:prstGeom prst="line">
            <a:avLst/>
          </a:prstGeom>
          <a:noFill/>
          <a:ln w="19050">
            <a:solidFill>
              <a:srgbClr val="2B1B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63840" y="1874520"/>
            <a:ext cx="0" cy="1508760"/>
          </a:xfrm>
          <a:prstGeom prst="line">
            <a:avLst/>
          </a:prstGeom>
          <a:noFill/>
          <a:ln w="19050">
            <a:solidFill>
              <a:srgbClr val="2B1B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7434072" y="1874520"/>
            <a:ext cx="429768" cy="0"/>
          </a:xfrm>
          <a:prstGeom prst="line">
            <a:avLst/>
          </a:prstGeom>
          <a:noFill/>
          <a:ln w="19050">
            <a:solidFill>
              <a:srgbClr val="2B1B17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7543800" y="31272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B53"/>
                </a:solidFill>
              </a:rPr>
              <a:t>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TOPICS COVERED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133856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338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to program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520440" y="105156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flowchart  |  double price, int qty  |  GST and discount expressions  |  Scanner input, printf 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65506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173736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16550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and iteration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520440" y="16550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for menu  |  if-else validation  |  do-while menu loop  |  ends when choice = 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258568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2340864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23408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25856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Methods, recursion, arrays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3520440" y="22585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find(), subtotal() methods  |  recursive totalQty()  |  1D quantity array  |  2D sales report (future)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57200" y="286207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2944368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29443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28620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 and exceptions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3520440" y="286207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MenuItem class with private fields, constructor, toString()  |  custom InvalidItemException  |  try-catch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7200" y="3465576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3547872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6928" y="35478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346557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Strings, sorting, files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3520440" y="346557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 and String.format  |  menu sorted by price  |  Files.writeString saves bill.txt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84163" y="4009644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6928" y="4151376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41513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417320" y="4069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 and streams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3520440" y="4069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 menu  |  HashMap order  |  lambda and stream().sum()  |  merge() with Integer::sum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Topics Covered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2801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Module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704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Algorithm, flowchart, data types, operators, typecasting, Scanner I/O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28016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2801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Module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115706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switch, if-else, do-while, for, break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4688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468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Module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235915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Methods, recursion, 1D arrays, for-each loop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246888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2468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Module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235915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Classes, objects, encapsulation, constructors, exceptions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65760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36576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Module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783080" y="354787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String, StringBuilder, sorting, file I/O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46320" y="3657600"/>
            <a:ext cx="1005840" cy="685800"/>
          </a:xfrm>
          <a:prstGeom prst="roundRect">
            <a:avLst>
              <a:gd name="adj" fmla="val 10667"/>
            </a:avLst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36576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Module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354787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ArrayList, HashMap, lambda, Streams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Implementation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90C"/>
                </a:solidFill>
              </a:rPr>
              <a:t>Class + exception (CO4)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81328"/>
            <a:ext cx="37490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MenuItem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int id;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String name;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double price;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MenuItem(int id, String name,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double price) { ...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getPrice() { return price;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MenuItem find(int id)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InvalidItemException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(MenuItem m : menu)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(m.getId() == id) return m;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InvalidItemException(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"Item " + id + " not on menu");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Billing logic (CO1, CO3, CO6)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1481328"/>
            <a:ext cx="374904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final double GST = 0.05;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discount(double sub)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sub &gt; 500 ? sub * 0.10 :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totalQty(int[] q, int 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 == 0) return 0;      // 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q[n-1] + totalQty(q, n-1);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sub = order.entrySet().stream()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.mapToDouble(e -&gt; cost(e))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.sum();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tax = (sub - disc) * GST;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Demo: Sample Run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754880" cy="3520440"/>
          </a:xfrm>
          <a:prstGeom prst="roundRect">
            <a:avLst>
              <a:gd name="adj" fmla="val 2078"/>
            </a:avLst>
          </a:prstGeom>
          <a:solidFill>
            <a:srgbClr val="0F0F0F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44805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java RestaurantBilling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1.Show Menu 2.Add Item 3.Bill 4.Exit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id &amp; quantity: 1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id &amp; quantity: 3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id &amp; quantity: 9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8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Item 9 not on menu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 BILL -----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Idli     x2 = 80.00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Biryani  x3 = 540.00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Subtotal: 620.00   Discount: 62.00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GST(5%): 27.90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585.90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7E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 bill.txt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394960" y="109728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FDEEE3"/>
          </a:solidFill>
          <a:ln w="12700">
            <a:solidFill>
              <a:srgbClr val="FDEEE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1887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</a:rPr>
              <a:t>Demo steps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Show the sorted menu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Add valid items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Enter a wrong id (exception)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1B17"/>
                </a:solidFill>
              </a:rPr>
              <a:t>Generate and save the bill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33832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94960" y="3383280"/>
            <a:ext cx="3291840" cy="1552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Thank you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5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ice Kitchen">
  <a:themeElements>
    <a:clrScheme name="Spice Kitchen">
      <a:dk1>
        <a:srgbClr val="2B1B17"/>
      </a:dk1>
      <a:lt1>
        <a:srgbClr val="FFFFFF"/>
      </a:lt1>
      <a:dk2>
        <a:srgbClr val="5A2E1F"/>
      </a:dk2>
      <a:lt2>
        <a:srgbClr val="FDEEE3"/>
      </a:lt2>
      <a:accent1>
        <a:srgbClr val="E8590C"/>
      </a:accent1>
      <a:accent2>
        <a:srgbClr val="F4A261"/>
      </a:accent2>
      <a:accent3>
        <a:srgbClr val="2A9D8F"/>
      </a:accent3>
      <a:accent4>
        <a:srgbClr val="8C2F1B"/>
      </a:accent4>
      <a:accent5>
        <a:srgbClr val="6B705C"/>
      </a:accent5>
      <a:accent6>
        <a:srgbClr val="264653"/>
      </a:accent6>
      <a:hlink>
        <a:srgbClr val="E8590C"/>
      </a:hlink>
      <a:folHlink>
        <a:srgbClr val="8C2F1B"/>
      </a:folHlink>
    </a:clrScheme>
    <a:fontScheme name="Spice Kitch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1500</Words>
  <Application>Microsoft Office PowerPoint</Application>
  <PresentationFormat>On-screen Show (16:9)</PresentationFormat>
  <Paragraphs>271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Cambria</vt:lpstr>
      <vt:lpstr>Courier New</vt:lpstr>
      <vt:lpstr>Times New Roman</vt:lpstr>
      <vt:lpstr>Spice Kitchen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Order &amp; Billing System</dc:title>
  <dc:subject>PptxGenJS Presentation</dc:subject>
  <dc:creator>PptxGenJS</dc:creator>
  <cp:lastModifiedBy>Anirudh varma</cp:lastModifiedBy>
  <cp:revision>2</cp:revision>
  <dcterms:created xsi:type="dcterms:W3CDTF">2026-10-07T03:39:14Z</dcterms:created>
  <dcterms:modified xsi:type="dcterms:W3CDTF">2026-10-07T04:01:20Z</dcterms:modified>
</cp:coreProperties>
</file>